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2194560" cy="82296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Subgrafos de criminalidad en Chicago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FF6B4A"/>
                </a:solidFill>
                <a:latin typeface="Calibri"/>
              </a:rPr>
              <a:t>Generacion · Similaridad · Embeddings 2-D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380"/>
                </a:solidFill>
                <a:latin typeface="Calibri"/>
              </a:rPr>
              <a:t>Como se construyen los subgrafos de concentracion criminal sobre la red vial,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380"/>
                </a:solidFill>
                <a:latin typeface="Calibri"/>
              </a:rPr>
              <a:t>como se identifican los subgrafos parecidos y como se generan los embeddings.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90D9"/>
                </a:solidFill>
                <a:latin typeface="Calibri"/>
              </a:rPr>
              <a:t>preprocess_hotspots.py  ·  embed_subgraphs.py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VISION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El pipeline en 3 etapas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291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109728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6B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6B4A"/>
                </a:solidFill>
                <a:latin typeface="Calibri"/>
              </a:rPr>
              <a:t>GENERAR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Clustering greedy BFS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sobre la red vial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380"/>
                </a:solidFill>
                <a:latin typeface="Calibri"/>
              </a:rPr>
              <a:t>Crimen → nodo → cuenta f(v) → cuencas (basins) → top-20/mes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828800"/>
            <a:ext cx="3520440" cy="3291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520440" cy="10972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057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A90D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PARECIDOS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337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Similaridad estructural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(coseno)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4343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380"/>
                </a:solidFill>
                <a:latin typeface="Calibri"/>
              </a:rPr>
              <a:t>Vector de 14 dims (conectividad + geometria) → top-5 'similarTo'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8" y="1828800"/>
            <a:ext cx="3520440" cy="3291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58" y="1828800"/>
            <a:ext cx="3520440" cy="109728"/>
          </a:xfrm>
          <a:prstGeom prst="roundRect">
            <a:avLst/>
          </a:prstGeom>
          <a:solidFill>
            <a:srgbClr val="3FB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2057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3FB68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8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B680"/>
                </a:solidFill>
                <a:latin typeface="Calibri"/>
              </a:rPr>
              <a:t>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3337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Topologia + tipo de via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F2B"/>
                </a:solidFill>
                <a:latin typeface="Calibri"/>
              </a:rPr>
              <a:t>→ UMAP 2-D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4343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380"/>
                </a:solidFill>
                <a:latin typeface="Calibri"/>
              </a:rPr>
              <a:t>Solo forma de la red + jerarquia vial (avenida/calle) → [x, y]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Entrada: crimes.csv + red vial de Chicago (OSMnx).   Salida: public/hotspots.json (top-20 por mes, con similares y embeddings).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1 · GENERACION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Del crimen al nodo de la red 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Se descarga la red vial de Chicago con OSMnx (drive, simplificada).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Cada crimen se ancla (snap) a la arista mas cercana y luego al extremo (nodo) mas proximo.</a:t>
            </a: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–  nearest_edges → se compara distancia haversine a u y a v → gana el mas cercano.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Por mes se cuenta cuantos crimenes caen en cada nodo: f(v).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f(v) es la materia prima del clustering: nodos 'densos' = candidatos a semilla.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Tambien se guarda el conteo por nodo y por mes (node_month_counts) para la historia.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4937760" cy="40233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F6B4A"/>
                </a:solidFill>
                <a:latin typeface="Calibri"/>
              </a:rPr>
              <a:t>Flujo de anclaje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crimen (lat, lng)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arista vial mas cercana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extremo (nodo) mas cercano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f(v) = nº de crimenes en el nodo v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node_month_counts[v][mes]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1 · GENERACION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Clustering greedy BFS (compute_hotspots)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Semillas: se ordenan los nodos por f(v) descendente y se recorren como semillas.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Expansion BFS: desde cada semilla se crece por el grafo vial absorbiendo nodos vecinos con crimen (f ≥ 1), hasta max_hops = 3 saltos.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Puente (bridge = 1): se permite cruzar 1 nodo-conector SIN crimen para alcanzar el siguiente nodo con crimen; ese conector se incorpora a la cuenca.</a:t>
            </a:r>
          </a:p>
          <a:p>
            <a:pPr lvl="1"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–  Sin el puente, una esquina vacia partia una concentracion real en varias cuencas diminutas.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No solapamiento: solo se 'reclaman' los nodos CON crimen (los conectores nunca se reclaman), asi un nucleo ya tomado bloquea las cuencas vecinas.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Cuenca (basin) = nodos con crimen ∪ conectores → subgrafo vial conexo.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Ranking: se ordenan las cuencas por total de crimenes (hyper-volumen) y se conservan las top-20 del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B4A"/>
                </a:solidFill>
                <a:latin typeface="Calibri"/>
              </a:rPr>
              <a:t>Parametros clave:  top_k = 20   ·   max_hops = 3   ·   bridge 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1 · GENERACION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Anatomia de una cuenca (lo que se guarda)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posicion 1-20 dentro del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crimes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total de crimenes en la cuenca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peakCrimes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crimenes en el nodo semilla (el pico)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[lat, lng] del nodo semilla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lista de [lat, lng] de todos los nodos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aristas internas como pares de extremos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38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crimeTypes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desglose por tipo de delito (para el PieChart)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23560"/>
            <a:ext cx="2743200" cy="50292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875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_basinIds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IDs de nodos — temporal, lo consume el embedding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2 · PARECIDOS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Similaridad estructural (compute_all_similarities)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Cada cuenca se describe con un vector de 14 dimensiones.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Se normaliza cada columna a [0, 1] (min-max) entre TODAS las cuencas de todos los meses.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Se normaliza cada fila (vector unitario) y se calcula la similitud del coseno entre todos los pares.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Para cada cuenca se guardan sus top-5 vecinos en 'similarTo' (mes, rank, similitud).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Mezclar conectividad + geometria evita que una cadena recta y una en forma de L se traten como gemelas.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783080"/>
            <a:ext cx="5029200" cy="4297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>Vector de 14 dimensiones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Conectividad (10):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log nº nodos · log nº aristas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densidad · grado medio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pico/total · log intensidad/nodo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histograma de grados (1/2/3/4+)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Geometria (4):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meanEdge (longitud media de arista)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cvEdge (variabilidad de longitudes)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extent (radio de giro)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   elongation (lineal ↔ blob / forma de 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3 ·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Solo dos bloques: forma + tipo de via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828800"/>
            <a:ext cx="4206240" cy="3840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1828800"/>
            <a:ext cx="4206240" cy="64008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38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TOPOLOGIA (forma)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peso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0896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Firma heat-kernel NetLSD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(traza del Laplaciano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normalizado, 16 escalas)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+ log-size, densidad 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grado medio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+ geometria metrica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(distancias y forma)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828800"/>
            <a:ext cx="4206240" cy="3840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4206240" cy="64008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38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TIPO DE 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peso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0896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Jerarquia vial de las aristas: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autopista / avenida /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colectora / calle / servicio.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Distribucion normalizada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+ clase dominante.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Es el dato que separa una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avenida de una calle.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380"/>
                </a:solidFill>
                <a:latin typeface="Calibri"/>
              </a:rPr>
              <a:t>El crimen, los POIs y la historia YA NO entran al embedding (siguen guardados para los graficos laterales): asi el crimen no forma los grupos y queda como hallazgo.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ETAPA 3 ·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Fusion y proyeccion a 2-D con UMAP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2 bloques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estandarizados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28800"/>
            <a:ext cx="22860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× peso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+ concatenar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286000" cy="118872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UMAP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(metric=cosine)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286000" cy="1188720"/>
          </a:xfrm>
          <a:prstGeom prst="roundRect">
            <a:avLst/>
          </a:prstGeom>
          <a:solidFill>
            <a:srgbClr val="3FB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57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[x, y]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escalado a [0,1]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UMAP (n_neighbors=15, min_dist=0.1, metric=cosine, random_state=42) preserva la vecindad local: cuencas parecidas quedan cerca en el scatter.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Si umap-learn no esta disponible, hay un fallback automatico a PCA(2) — el pipeline siempre emite coordenadas.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Se generan 2 espacios (ambos libres de crimen):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–  topo  → solo la forma de la red (NetLSD + geometria). → embedTopo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–  topoRoad  → forma + tipo de via (avenida/calle…). Es el espacio principal/por defecto. → embed2d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Misma forma pero hecha de avenidas vs. calles residenciales ahora cae en regiones distintas del UMAP.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Re-calcular embeddings sin re-descargar la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embed_subgraphs.py reutiliza la MISMA logica (compute_subgraph_embeddings) sin volver a bajar la red vial.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Reconstruye la adyacencia desde las aristas ya guardadas en hotspots.json (los IDs de nodo pasan a ser tuplas (lat, lng) redondeadas).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Reconstruye los conteos por nodo y mes anclando cada crimen al nodo de cuenca mas cercano con un KD-tree (radio ≈ 200 m).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Vuelve a calcular embeddings y la similaridad 'similarTo', y reescribe hotspots.json.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Una sola fuente de verdad para los embeddings: el pipeline completo y el re-embed ligero comparten el codigo.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B680"/>
                </a:solidFill>
                <a:latin typeface="Consolas"/>
              </a:rPr>
              <a:t>$ python embed_subgraphs.py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194560" cy="82296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6B4A"/>
                </a:solidFill>
                <a:latin typeface="Calibri"/>
              </a:rPr>
              <a:t>Generar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C9CED6"/>
                </a:solidFill>
                <a:latin typeface="Calibri"/>
              </a:rPr>
              <a:t>Greedy BFS sobre la red vial, con puentes para no fragmentar concentraciones reales. Top-20 cuencas/mes por total de crimenes.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FF6B4A"/>
                </a:solidFill>
                <a:latin typeface="Calibri"/>
              </a:rPr>
              <a:t>Parecidos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C9CED6"/>
                </a:solidFill>
                <a:latin typeface="Calibri"/>
              </a:rPr>
              <a:t>Vector de 14-dim (conectividad + geometria) + similitud del coseno → top-5 vecinos 'similarTo'.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FF6B4A"/>
                </a:solidFill>
                <a:latin typeface="Calibri"/>
              </a:rPr>
              <a:t>Embeddings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C9CED6"/>
                </a:solidFill>
                <a:latin typeface="Calibri"/>
              </a:rPr>
              <a:t>Solo 2 bloques — topologia (NetLSD + geometria) + tipo de via (avenida/calle…) — estandarizados → UMAP 2-D. El crimen no entra: queda como hallazgo.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